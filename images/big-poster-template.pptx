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2904113" cy="43883263"/>
  <p:notesSz cx="6858000" cy="9144000"/>
  <p:defaultTextStyle>
    <a:defPPr>
      <a:defRPr lang="en-US"/>
    </a:defPPr>
    <a:lvl1pPr marL="0" algn="l" defTabSz="3685764" rtl="0" eaLnBrk="1" latinLnBrk="0" hangingPunct="1">
      <a:defRPr sz="7255" kern="1200">
        <a:solidFill>
          <a:schemeClr val="tx1"/>
        </a:solidFill>
        <a:latin typeface="+mn-lt"/>
        <a:ea typeface="+mn-ea"/>
        <a:cs typeface="+mn-cs"/>
      </a:defRPr>
    </a:lvl1pPr>
    <a:lvl2pPr marL="1842882" algn="l" defTabSz="3685764" rtl="0" eaLnBrk="1" latinLnBrk="0" hangingPunct="1">
      <a:defRPr sz="7255" kern="1200">
        <a:solidFill>
          <a:schemeClr val="tx1"/>
        </a:solidFill>
        <a:latin typeface="+mn-lt"/>
        <a:ea typeface="+mn-ea"/>
        <a:cs typeface="+mn-cs"/>
      </a:defRPr>
    </a:lvl2pPr>
    <a:lvl3pPr marL="3685764" algn="l" defTabSz="3685764" rtl="0" eaLnBrk="1" latinLnBrk="0" hangingPunct="1">
      <a:defRPr sz="7255" kern="1200">
        <a:solidFill>
          <a:schemeClr val="tx1"/>
        </a:solidFill>
        <a:latin typeface="+mn-lt"/>
        <a:ea typeface="+mn-ea"/>
        <a:cs typeface="+mn-cs"/>
      </a:defRPr>
    </a:lvl3pPr>
    <a:lvl4pPr marL="5528645" algn="l" defTabSz="3685764" rtl="0" eaLnBrk="1" latinLnBrk="0" hangingPunct="1">
      <a:defRPr sz="7255" kern="1200">
        <a:solidFill>
          <a:schemeClr val="tx1"/>
        </a:solidFill>
        <a:latin typeface="+mn-lt"/>
        <a:ea typeface="+mn-ea"/>
        <a:cs typeface="+mn-cs"/>
      </a:defRPr>
    </a:lvl4pPr>
    <a:lvl5pPr marL="7371527" algn="l" defTabSz="3685764" rtl="0" eaLnBrk="1" latinLnBrk="0" hangingPunct="1">
      <a:defRPr sz="7255" kern="1200">
        <a:solidFill>
          <a:schemeClr val="tx1"/>
        </a:solidFill>
        <a:latin typeface="+mn-lt"/>
        <a:ea typeface="+mn-ea"/>
        <a:cs typeface="+mn-cs"/>
      </a:defRPr>
    </a:lvl5pPr>
    <a:lvl6pPr marL="9214409" algn="l" defTabSz="3685764" rtl="0" eaLnBrk="1" latinLnBrk="0" hangingPunct="1">
      <a:defRPr sz="7255" kern="1200">
        <a:solidFill>
          <a:schemeClr val="tx1"/>
        </a:solidFill>
        <a:latin typeface="+mn-lt"/>
        <a:ea typeface="+mn-ea"/>
        <a:cs typeface="+mn-cs"/>
      </a:defRPr>
    </a:lvl6pPr>
    <a:lvl7pPr marL="11057291" algn="l" defTabSz="3685764" rtl="0" eaLnBrk="1" latinLnBrk="0" hangingPunct="1">
      <a:defRPr sz="7255" kern="1200">
        <a:solidFill>
          <a:schemeClr val="tx1"/>
        </a:solidFill>
        <a:latin typeface="+mn-lt"/>
        <a:ea typeface="+mn-ea"/>
        <a:cs typeface="+mn-cs"/>
      </a:defRPr>
    </a:lvl7pPr>
    <a:lvl8pPr marL="12900172" algn="l" defTabSz="3685764" rtl="0" eaLnBrk="1" latinLnBrk="0" hangingPunct="1">
      <a:defRPr sz="7255" kern="1200">
        <a:solidFill>
          <a:schemeClr val="tx1"/>
        </a:solidFill>
        <a:latin typeface="+mn-lt"/>
        <a:ea typeface="+mn-ea"/>
        <a:cs typeface="+mn-cs"/>
      </a:defRPr>
    </a:lvl8pPr>
    <a:lvl9pPr marL="14743054" algn="l" defTabSz="3685764" rtl="0" eaLnBrk="1" latinLnBrk="0" hangingPunct="1">
      <a:defRPr sz="7255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5"/>
    <p:restoredTop sz="94625"/>
  </p:normalViewPr>
  <p:slideViewPr>
    <p:cSldViewPr snapToGrid="0" snapToObjects="1">
      <p:cViewPr varScale="1">
        <p:scale>
          <a:sx n="18" d="100"/>
          <a:sy n="18" d="100"/>
        </p:scale>
        <p:origin x="3440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7809" y="7181824"/>
            <a:ext cx="27968496" cy="15277877"/>
          </a:xfrm>
        </p:spPr>
        <p:txBody>
          <a:bodyPr anchor="b"/>
          <a:lstStyle>
            <a:lvl1pPr algn="ctr">
              <a:defRPr sz="215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3014" y="23048874"/>
            <a:ext cx="24678085" cy="10594961"/>
          </a:xfrm>
        </p:spPr>
        <p:txBody>
          <a:bodyPr/>
          <a:lstStyle>
            <a:lvl1pPr marL="0" indent="0" algn="ctr">
              <a:buNone/>
              <a:defRPr sz="8636"/>
            </a:lvl1pPr>
            <a:lvl2pPr marL="1645188" indent="0" algn="ctr">
              <a:buNone/>
              <a:defRPr sz="7197"/>
            </a:lvl2pPr>
            <a:lvl3pPr marL="3290377" indent="0" algn="ctr">
              <a:buNone/>
              <a:defRPr sz="6477"/>
            </a:lvl3pPr>
            <a:lvl4pPr marL="4935565" indent="0" algn="ctr">
              <a:buNone/>
              <a:defRPr sz="5757"/>
            </a:lvl4pPr>
            <a:lvl5pPr marL="6580754" indent="0" algn="ctr">
              <a:buNone/>
              <a:defRPr sz="5757"/>
            </a:lvl5pPr>
            <a:lvl6pPr marL="8225942" indent="0" algn="ctr">
              <a:buNone/>
              <a:defRPr sz="5757"/>
            </a:lvl6pPr>
            <a:lvl7pPr marL="9871131" indent="0" algn="ctr">
              <a:buNone/>
              <a:defRPr sz="5757"/>
            </a:lvl7pPr>
            <a:lvl8pPr marL="11516319" indent="0" algn="ctr">
              <a:buNone/>
              <a:defRPr sz="5757"/>
            </a:lvl8pPr>
            <a:lvl9pPr marL="13161508" indent="0" algn="ctr">
              <a:buNone/>
              <a:defRPr sz="575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38519-1F17-F84A-8147-29F44EFA85A5}" type="datetimeFigureOut">
              <a:rPr lang="en-US" smtClean="0"/>
              <a:t>1/28/24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FC41-AD2C-834C-B836-634E505EF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02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38519-1F17-F84A-8147-29F44EFA85A5}" type="datetimeFigureOut">
              <a:rPr lang="en-US" smtClean="0"/>
              <a:t>1/28/24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FC41-AD2C-834C-B836-634E505EF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7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022" y="10940354"/>
            <a:ext cx="28379797" cy="18254215"/>
          </a:xfrm>
        </p:spPr>
        <p:txBody>
          <a:bodyPr anchor="b"/>
          <a:lstStyle>
            <a:lvl1pPr>
              <a:defRPr sz="215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022" y="29367261"/>
            <a:ext cx="28379797" cy="9599461"/>
          </a:xfrm>
        </p:spPr>
        <p:txBody>
          <a:bodyPr/>
          <a:lstStyle>
            <a:lvl1pPr marL="0" indent="0">
              <a:buNone/>
              <a:defRPr sz="8636">
                <a:solidFill>
                  <a:schemeClr val="tx1"/>
                </a:solidFill>
              </a:defRPr>
            </a:lvl1pPr>
            <a:lvl2pPr marL="1645188" indent="0">
              <a:buNone/>
              <a:defRPr sz="7197">
                <a:solidFill>
                  <a:schemeClr val="tx1">
                    <a:tint val="75000"/>
                  </a:schemeClr>
                </a:solidFill>
              </a:defRPr>
            </a:lvl2pPr>
            <a:lvl3pPr marL="3290377" indent="0">
              <a:buNone/>
              <a:defRPr sz="6477">
                <a:solidFill>
                  <a:schemeClr val="tx1">
                    <a:tint val="75000"/>
                  </a:schemeClr>
                </a:solidFill>
              </a:defRPr>
            </a:lvl3pPr>
            <a:lvl4pPr marL="4935565" indent="0">
              <a:buNone/>
              <a:defRPr sz="5757">
                <a:solidFill>
                  <a:schemeClr val="tx1">
                    <a:tint val="75000"/>
                  </a:schemeClr>
                </a:solidFill>
              </a:defRPr>
            </a:lvl4pPr>
            <a:lvl5pPr marL="6580754" indent="0">
              <a:buNone/>
              <a:defRPr sz="5757">
                <a:solidFill>
                  <a:schemeClr val="tx1">
                    <a:tint val="75000"/>
                  </a:schemeClr>
                </a:solidFill>
              </a:defRPr>
            </a:lvl5pPr>
            <a:lvl6pPr marL="8225942" indent="0">
              <a:buNone/>
              <a:defRPr sz="5757">
                <a:solidFill>
                  <a:schemeClr val="tx1">
                    <a:tint val="75000"/>
                  </a:schemeClr>
                </a:solidFill>
              </a:defRPr>
            </a:lvl6pPr>
            <a:lvl7pPr marL="9871131" indent="0">
              <a:buNone/>
              <a:defRPr sz="5757">
                <a:solidFill>
                  <a:schemeClr val="tx1">
                    <a:tint val="75000"/>
                  </a:schemeClr>
                </a:solidFill>
              </a:defRPr>
            </a:lvl7pPr>
            <a:lvl8pPr marL="11516319" indent="0">
              <a:buNone/>
              <a:defRPr sz="5757">
                <a:solidFill>
                  <a:schemeClr val="tx1">
                    <a:tint val="75000"/>
                  </a:schemeClr>
                </a:solidFill>
              </a:defRPr>
            </a:lvl8pPr>
            <a:lvl9pPr marL="13161508" indent="0">
              <a:buNone/>
              <a:defRPr sz="57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38519-1F17-F84A-8147-29F44EFA85A5}" type="datetimeFigureOut">
              <a:rPr lang="en-US" smtClean="0"/>
              <a:t>1/28/24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FC41-AD2C-834C-B836-634E505EF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4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2158" y="11681887"/>
            <a:ext cx="13984248" cy="2784352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57707" y="11681887"/>
            <a:ext cx="13984248" cy="2784352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38519-1F17-F84A-8147-29F44EFA85A5}" type="datetimeFigureOut">
              <a:rPr lang="en-US" smtClean="0"/>
              <a:t>1/28/24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FC41-AD2C-834C-B836-634E505EF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67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6444" y="2336387"/>
            <a:ext cx="28379797" cy="84820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6447" y="10757498"/>
            <a:ext cx="13919980" cy="5272083"/>
          </a:xfrm>
        </p:spPr>
        <p:txBody>
          <a:bodyPr anchor="b"/>
          <a:lstStyle>
            <a:lvl1pPr marL="0" indent="0">
              <a:buNone/>
              <a:defRPr sz="8636" b="1"/>
            </a:lvl1pPr>
            <a:lvl2pPr marL="1645188" indent="0">
              <a:buNone/>
              <a:defRPr sz="7197" b="1"/>
            </a:lvl2pPr>
            <a:lvl3pPr marL="3290377" indent="0">
              <a:buNone/>
              <a:defRPr sz="6477" b="1"/>
            </a:lvl3pPr>
            <a:lvl4pPr marL="4935565" indent="0">
              <a:buNone/>
              <a:defRPr sz="5757" b="1"/>
            </a:lvl4pPr>
            <a:lvl5pPr marL="6580754" indent="0">
              <a:buNone/>
              <a:defRPr sz="5757" b="1"/>
            </a:lvl5pPr>
            <a:lvl6pPr marL="8225942" indent="0">
              <a:buNone/>
              <a:defRPr sz="5757" b="1"/>
            </a:lvl6pPr>
            <a:lvl7pPr marL="9871131" indent="0">
              <a:buNone/>
              <a:defRPr sz="5757" b="1"/>
            </a:lvl7pPr>
            <a:lvl8pPr marL="11516319" indent="0">
              <a:buNone/>
              <a:defRPr sz="5757" b="1"/>
            </a:lvl8pPr>
            <a:lvl9pPr marL="13161508" indent="0">
              <a:buNone/>
              <a:defRPr sz="575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6447" y="16029581"/>
            <a:ext cx="13919980" cy="235770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57709" y="10757498"/>
            <a:ext cx="13988534" cy="5272083"/>
          </a:xfrm>
        </p:spPr>
        <p:txBody>
          <a:bodyPr anchor="b"/>
          <a:lstStyle>
            <a:lvl1pPr marL="0" indent="0">
              <a:buNone/>
              <a:defRPr sz="8636" b="1"/>
            </a:lvl1pPr>
            <a:lvl2pPr marL="1645188" indent="0">
              <a:buNone/>
              <a:defRPr sz="7197" b="1"/>
            </a:lvl2pPr>
            <a:lvl3pPr marL="3290377" indent="0">
              <a:buNone/>
              <a:defRPr sz="6477" b="1"/>
            </a:lvl3pPr>
            <a:lvl4pPr marL="4935565" indent="0">
              <a:buNone/>
              <a:defRPr sz="5757" b="1"/>
            </a:lvl4pPr>
            <a:lvl5pPr marL="6580754" indent="0">
              <a:buNone/>
              <a:defRPr sz="5757" b="1"/>
            </a:lvl5pPr>
            <a:lvl6pPr marL="8225942" indent="0">
              <a:buNone/>
              <a:defRPr sz="5757" b="1"/>
            </a:lvl6pPr>
            <a:lvl7pPr marL="9871131" indent="0">
              <a:buNone/>
              <a:defRPr sz="5757" b="1"/>
            </a:lvl7pPr>
            <a:lvl8pPr marL="11516319" indent="0">
              <a:buNone/>
              <a:defRPr sz="5757" b="1"/>
            </a:lvl8pPr>
            <a:lvl9pPr marL="13161508" indent="0">
              <a:buNone/>
              <a:defRPr sz="575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57709" y="16029581"/>
            <a:ext cx="13988534" cy="235770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38519-1F17-F84A-8147-29F44EFA85A5}" type="datetimeFigureOut">
              <a:rPr lang="en-US" smtClean="0"/>
              <a:t>1/28/24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FC41-AD2C-834C-B836-634E505EF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7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38519-1F17-F84A-8147-29F44EFA85A5}" type="datetimeFigureOut">
              <a:rPr lang="en-US" smtClean="0"/>
              <a:t>1/28/24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FC41-AD2C-834C-B836-634E505EF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20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38519-1F17-F84A-8147-29F44EFA85A5}" type="datetimeFigureOut">
              <a:rPr lang="en-US" smtClean="0"/>
              <a:t>1/28/24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FC41-AD2C-834C-B836-634E505EF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805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6443" y="2925551"/>
            <a:ext cx="10612433" cy="10239428"/>
          </a:xfrm>
        </p:spPr>
        <p:txBody>
          <a:bodyPr anchor="b"/>
          <a:lstStyle>
            <a:lvl1pPr>
              <a:defRPr sz="115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88534" y="6318387"/>
            <a:ext cx="16657707" cy="31185560"/>
          </a:xfrm>
        </p:spPr>
        <p:txBody>
          <a:bodyPr/>
          <a:lstStyle>
            <a:lvl1pPr>
              <a:defRPr sz="11515"/>
            </a:lvl1pPr>
            <a:lvl2pPr>
              <a:defRPr sz="10076"/>
            </a:lvl2pPr>
            <a:lvl3pPr>
              <a:defRPr sz="8636"/>
            </a:lvl3pPr>
            <a:lvl4pPr>
              <a:defRPr sz="7197"/>
            </a:lvl4pPr>
            <a:lvl5pPr>
              <a:defRPr sz="7197"/>
            </a:lvl5pPr>
            <a:lvl6pPr>
              <a:defRPr sz="7197"/>
            </a:lvl6pPr>
            <a:lvl7pPr>
              <a:defRPr sz="7197"/>
            </a:lvl7pPr>
            <a:lvl8pPr>
              <a:defRPr sz="7197"/>
            </a:lvl8pPr>
            <a:lvl9pPr>
              <a:defRPr sz="719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6443" y="13164979"/>
            <a:ext cx="10612433" cy="24389752"/>
          </a:xfrm>
        </p:spPr>
        <p:txBody>
          <a:bodyPr/>
          <a:lstStyle>
            <a:lvl1pPr marL="0" indent="0">
              <a:buNone/>
              <a:defRPr sz="5757"/>
            </a:lvl1pPr>
            <a:lvl2pPr marL="1645188" indent="0">
              <a:buNone/>
              <a:defRPr sz="5038"/>
            </a:lvl2pPr>
            <a:lvl3pPr marL="3290377" indent="0">
              <a:buNone/>
              <a:defRPr sz="4318"/>
            </a:lvl3pPr>
            <a:lvl4pPr marL="4935565" indent="0">
              <a:buNone/>
              <a:defRPr sz="3598"/>
            </a:lvl4pPr>
            <a:lvl5pPr marL="6580754" indent="0">
              <a:buNone/>
              <a:defRPr sz="3598"/>
            </a:lvl5pPr>
            <a:lvl6pPr marL="8225942" indent="0">
              <a:buNone/>
              <a:defRPr sz="3598"/>
            </a:lvl6pPr>
            <a:lvl7pPr marL="9871131" indent="0">
              <a:buNone/>
              <a:defRPr sz="3598"/>
            </a:lvl7pPr>
            <a:lvl8pPr marL="11516319" indent="0">
              <a:buNone/>
              <a:defRPr sz="3598"/>
            </a:lvl8pPr>
            <a:lvl9pPr marL="13161508" indent="0">
              <a:buNone/>
              <a:defRPr sz="359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38519-1F17-F84A-8147-29F44EFA85A5}" type="datetimeFigureOut">
              <a:rPr lang="en-US" smtClean="0"/>
              <a:t>1/28/24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FC41-AD2C-834C-B836-634E505EF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166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6443" y="2925551"/>
            <a:ext cx="10612433" cy="10239428"/>
          </a:xfrm>
        </p:spPr>
        <p:txBody>
          <a:bodyPr anchor="b"/>
          <a:lstStyle>
            <a:lvl1pPr>
              <a:defRPr sz="115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88534" y="6318387"/>
            <a:ext cx="16657707" cy="31185560"/>
          </a:xfrm>
        </p:spPr>
        <p:txBody>
          <a:bodyPr anchor="t"/>
          <a:lstStyle>
            <a:lvl1pPr marL="0" indent="0">
              <a:buNone/>
              <a:defRPr sz="11515"/>
            </a:lvl1pPr>
            <a:lvl2pPr marL="1645188" indent="0">
              <a:buNone/>
              <a:defRPr sz="10076"/>
            </a:lvl2pPr>
            <a:lvl3pPr marL="3290377" indent="0">
              <a:buNone/>
              <a:defRPr sz="8636"/>
            </a:lvl3pPr>
            <a:lvl4pPr marL="4935565" indent="0">
              <a:buNone/>
              <a:defRPr sz="7197"/>
            </a:lvl4pPr>
            <a:lvl5pPr marL="6580754" indent="0">
              <a:buNone/>
              <a:defRPr sz="7197"/>
            </a:lvl5pPr>
            <a:lvl6pPr marL="8225942" indent="0">
              <a:buNone/>
              <a:defRPr sz="7197"/>
            </a:lvl6pPr>
            <a:lvl7pPr marL="9871131" indent="0">
              <a:buNone/>
              <a:defRPr sz="7197"/>
            </a:lvl7pPr>
            <a:lvl8pPr marL="11516319" indent="0">
              <a:buNone/>
              <a:defRPr sz="7197"/>
            </a:lvl8pPr>
            <a:lvl9pPr marL="13161508" indent="0">
              <a:buNone/>
              <a:defRPr sz="719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6443" y="13164979"/>
            <a:ext cx="10612433" cy="24389752"/>
          </a:xfrm>
        </p:spPr>
        <p:txBody>
          <a:bodyPr/>
          <a:lstStyle>
            <a:lvl1pPr marL="0" indent="0">
              <a:buNone/>
              <a:defRPr sz="5757"/>
            </a:lvl1pPr>
            <a:lvl2pPr marL="1645188" indent="0">
              <a:buNone/>
              <a:defRPr sz="5038"/>
            </a:lvl2pPr>
            <a:lvl3pPr marL="3290377" indent="0">
              <a:buNone/>
              <a:defRPr sz="4318"/>
            </a:lvl3pPr>
            <a:lvl4pPr marL="4935565" indent="0">
              <a:buNone/>
              <a:defRPr sz="3598"/>
            </a:lvl4pPr>
            <a:lvl5pPr marL="6580754" indent="0">
              <a:buNone/>
              <a:defRPr sz="3598"/>
            </a:lvl5pPr>
            <a:lvl6pPr marL="8225942" indent="0">
              <a:buNone/>
              <a:defRPr sz="3598"/>
            </a:lvl6pPr>
            <a:lvl7pPr marL="9871131" indent="0">
              <a:buNone/>
              <a:defRPr sz="3598"/>
            </a:lvl7pPr>
            <a:lvl8pPr marL="11516319" indent="0">
              <a:buNone/>
              <a:defRPr sz="3598"/>
            </a:lvl8pPr>
            <a:lvl9pPr marL="13161508" indent="0">
              <a:buNone/>
              <a:defRPr sz="359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38519-1F17-F84A-8147-29F44EFA85A5}" type="datetimeFigureOut">
              <a:rPr lang="en-US" smtClean="0"/>
              <a:t>1/28/24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FC41-AD2C-834C-B836-634E505EF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37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38519-1F17-F84A-8147-29F44EFA85A5}" type="datetimeFigureOut">
              <a:rPr lang="en-US" smtClean="0"/>
              <a:t>1/28/24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FC41-AD2C-834C-B836-634E505EF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595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47008" y="2336377"/>
            <a:ext cx="7094949" cy="37189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2159" y="2336377"/>
            <a:ext cx="20873547" cy="3718903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38519-1F17-F84A-8147-29F44EFA85A5}" type="datetimeFigureOut">
              <a:rPr lang="en-US" smtClean="0"/>
              <a:t>1/28/24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FC41-AD2C-834C-B836-634E505EF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109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2158" y="2336387"/>
            <a:ext cx="28379797" cy="8482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2158" y="11681887"/>
            <a:ext cx="28379797" cy="27843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2158" y="40673293"/>
            <a:ext cx="7403425" cy="23363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1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38519-1F17-F84A-8147-29F44EFA85A5}" type="datetimeFigureOut">
              <a:rPr lang="en-US" smtClean="0"/>
              <a:t>1/28/24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99488" y="40673293"/>
            <a:ext cx="11105138" cy="23363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1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38530" y="40673293"/>
            <a:ext cx="7403425" cy="23363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1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CFC41-AD2C-834C-B836-634E505EF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887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90377" rtl="0" eaLnBrk="1" latinLnBrk="0" hangingPunct="1">
        <a:lnSpc>
          <a:spcPct val="90000"/>
        </a:lnSpc>
        <a:spcBef>
          <a:spcPct val="0"/>
        </a:spcBef>
        <a:buNone/>
        <a:defRPr sz="158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594" indent="-822594" algn="l" defTabSz="3290377" rtl="0" eaLnBrk="1" latinLnBrk="0" hangingPunct="1">
        <a:lnSpc>
          <a:spcPct val="90000"/>
        </a:lnSpc>
        <a:spcBef>
          <a:spcPts val="3598"/>
        </a:spcBef>
        <a:buFont typeface="Arial" panose="020B0604020202020204" pitchFamily="34" charset="0"/>
        <a:buChar char="•"/>
        <a:defRPr sz="10076" kern="1200">
          <a:solidFill>
            <a:schemeClr val="tx1"/>
          </a:solidFill>
          <a:latin typeface="+mn-lt"/>
          <a:ea typeface="+mn-ea"/>
          <a:cs typeface="+mn-cs"/>
        </a:defRPr>
      </a:lvl1pPr>
      <a:lvl2pPr marL="2467783" indent="-822594" algn="l" defTabSz="3290377" rtl="0" eaLnBrk="1" latinLnBrk="0" hangingPunct="1">
        <a:lnSpc>
          <a:spcPct val="90000"/>
        </a:lnSpc>
        <a:spcBef>
          <a:spcPts val="1799"/>
        </a:spcBef>
        <a:buFont typeface="Arial" panose="020B0604020202020204" pitchFamily="34" charset="0"/>
        <a:buChar char="•"/>
        <a:defRPr sz="8636" kern="1200">
          <a:solidFill>
            <a:schemeClr val="tx1"/>
          </a:solidFill>
          <a:latin typeface="+mn-lt"/>
          <a:ea typeface="+mn-ea"/>
          <a:cs typeface="+mn-cs"/>
        </a:defRPr>
      </a:lvl2pPr>
      <a:lvl3pPr marL="4112971" indent="-822594" algn="l" defTabSz="3290377" rtl="0" eaLnBrk="1" latinLnBrk="0" hangingPunct="1">
        <a:lnSpc>
          <a:spcPct val="90000"/>
        </a:lnSpc>
        <a:spcBef>
          <a:spcPts val="1799"/>
        </a:spcBef>
        <a:buFont typeface="Arial" panose="020B0604020202020204" pitchFamily="34" charset="0"/>
        <a:buChar char="•"/>
        <a:defRPr sz="7197" kern="1200">
          <a:solidFill>
            <a:schemeClr val="tx1"/>
          </a:solidFill>
          <a:latin typeface="+mn-lt"/>
          <a:ea typeface="+mn-ea"/>
          <a:cs typeface="+mn-cs"/>
        </a:defRPr>
      </a:lvl3pPr>
      <a:lvl4pPr marL="5758160" indent="-822594" algn="l" defTabSz="3290377" rtl="0" eaLnBrk="1" latinLnBrk="0" hangingPunct="1">
        <a:lnSpc>
          <a:spcPct val="90000"/>
        </a:lnSpc>
        <a:spcBef>
          <a:spcPts val="1799"/>
        </a:spcBef>
        <a:buFont typeface="Arial" panose="020B0604020202020204" pitchFamily="34" charset="0"/>
        <a:buChar char="•"/>
        <a:defRPr sz="6477" kern="1200">
          <a:solidFill>
            <a:schemeClr val="tx1"/>
          </a:solidFill>
          <a:latin typeface="+mn-lt"/>
          <a:ea typeface="+mn-ea"/>
          <a:cs typeface="+mn-cs"/>
        </a:defRPr>
      </a:lvl4pPr>
      <a:lvl5pPr marL="7403348" indent="-822594" algn="l" defTabSz="3290377" rtl="0" eaLnBrk="1" latinLnBrk="0" hangingPunct="1">
        <a:lnSpc>
          <a:spcPct val="90000"/>
        </a:lnSpc>
        <a:spcBef>
          <a:spcPts val="1799"/>
        </a:spcBef>
        <a:buFont typeface="Arial" panose="020B0604020202020204" pitchFamily="34" charset="0"/>
        <a:buChar char="•"/>
        <a:defRPr sz="6477" kern="1200">
          <a:solidFill>
            <a:schemeClr val="tx1"/>
          </a:solidFill>
          <a:latin typeface="+mn-lt"/>
          <a:ea typeface="+mn-ea"/>
          <a:cs typeface="+mn-cs"/>
        </a:defRPr>
      </a:lvl5pPr>
      <a:lvl6pPr marL="9048537" indent="-822594" algn="l" defTabSz="3290377" rtl="0" eaLnBrk="1" latinLnBrk="0" hangingPunct="1">
        <a:lnSpc>
          <a:spcPct val="90000"/>
        </a:lnSpc>
        <a:spcBef>
          <a:spcPts val="1799"/>
        </a:spcBef>
        <a:buFont typeface="Arial" panose="020B0604020202020204" pitchFamily="34" charset="0"/>
        <a:buChar char="•"/>
        <a:defRPr sz="6477" kern="1200">
          <a:solidFill>
            <a:schemeClr val="tx1"/>
          </a:solidFill>
          <a:latin typeface="+mn-lt"/>
          <a:ea typeface="+mn-ea"/>
          <a:cs typeface="+mn-cs"/>
        </a:defRPr>
      </a:lvl6pPr>
      <a:lvl7pPr marL="10693725" indent="-822594" algn="l" defTabSz="3290377" rtl="0" eaLnBrk="1" latinLnBrk="0" hangingPunct="1">
        <a:lnSpc>
          <a:spcPct val="90000"/>
        </a:lnSpc>
        <a:spcBef>
          <a:spcPts val="1799"/>
        </a:spcBef>
        <a:buFont typeface="Arial" panose="020B0604020202020204" pitchFamily="34" charset="0"/>
        <a:buChar char="•"/>
        <a:defRPr sz="6477" kern="1200">
          <a:solidFill>
            <a:schemeClr val="tx1"/>
          </a:solidFill>
          <a:latin typeface="+mn-lt"/>
          <a:ea typeface="+mn-ea"/>
          <a:cs typeface="+mn-cs"/>
        </a:defRPr>
      </a:lvl7pPr>
      <a:lvl8pPr marL="12338914" indent="-822594" algn="l" defTabSz="3290377" rtl="0" eaLnBrk="1" latinLnBrk="0" hangingPunct="1">
        <a:lnSpc>
          <a:spcPct val="90000"/>
        </a:lnSpc>
        <a:spcBef>
          <a:spcPts val="1799"/>
        </a:spcBef>
        <a:buFont typeface="Arial" panose="020B0604020202020204" pitchFamily="34" charset="0"/>
        <a:buChar char="•"/>
        <a:defRPr sz="6477" kern="1200">
          <a:solidFill>
            <a:schemeClr val="tx1"/>
          </a:solidFill>
          <a:latin typeface="+mn-lt"/>
          <a:ea typeface="+mn-ea"/>
          <a:cs typeface="+mn-cs"/>
        </a:defRPr>
      </a:lvl8pPr>
      <a:lvl9pPr marL="13984102" indent="-822594" algn="l" defTabSz="3290377" rtl="0" eaLnBrk="1" latinLnBrk="0" hangingPunct="1">
        <a:lnSpc>
          <a:spcPct val="90000"/>
        </a:lnSpc>
        <a:spcBef>
          <a:spcPts val="1799"/>
        </a:spcBef>
        <a:buFont typeface="Arial" panose="020B0604020202020204" pitchFamily="34" charset="0"/>
        <a:buChar char="•"/>
        <a:defRPr sz="64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0377" rtl="0" eaLnBrk="1" latinLnBrk="0" hangingPunct="1">
        <a:defRPr sz="6477" kern="1200">
          <a:solidFill>
            <a:schemeClr val="tx1"/>
          </a:solidFill>
          <a:latin typeface="+mn-lt"/>
          <a:ea typeface="+mn-ea"/>
          <a:cs typeface="+mn-cs"/>
        </a:defRPr>
      </a:lvl1pPr>
      <a:lvl2pPr marL="1645188" algn="l" defTabSz="3290377" rtl="0" eaLnBrk="1" latinLnBrk="0" hangingPunct="1">
        <a:defRPr sz="6477" kern="1200">
          <a:solidFill>
            <a:schemeClr val="tx1"/>
          </a:solidFill>
          <a:latin typeface="+mn-lt"/>
          <a:ea typeface="+mn-ea"/>
          <a:cs typeface="+mn-cs"/>
        </a:defRPr>
      </a:lvl2pPr>
      <a:lvl3pPr marL="3290377" algn="l" defTabSz="3290377" rtl="0" eaLnBrk="1" latinLnBrk="0" hangingPunct="1">
        <a:defRPr sz="6477" kern="1200">
          <a:solidFill>
            <a:schemeClr val="tx1"/>
          </a:solidFill>
          <a:latin typeface="+mn-lt"/>
          <a:ea typeface="+mn-ea"/>
          <a:cs typeface="+mn-cs"/>
        </a:defRPr>
      </a:lvl3pPr>
      <a:lvl4pPr marL="4935565" algn="l" defTabSz="3290377" rtl="0" eaLnBrk="1" latinLnBrk="0" hangingPunct="1">
        <a:defRPr sz="6477" kern="1200">
          <a:solidFill>
            <a:schemeClr val="tx1"/>
          </a:solidFill>
          <a:latin typeface="+mn-lt"/>
          <a:ea typeface="+mn-ea"/>
          <a:cs typeface="+mn-cs"/>
        </a:defRPr>
      </a:lvl4pPr>
      <a:lvl5pPr marL="6580754" algn="l" defTabSz="3290377" rtl="0" eaLnBrk="1" latinLnBrk="0" hangingPunct="1">
        <a:defRPr sz="6477" kern="1200">
          <a:solidFill>
            <a:schemeClr val="tx1"/>
          </a:solidFill>
          <a:latin typeface="+mn-lt"/>
          <a:ea typeface="+mn-ea"/>
          <a:cs typeface="+mn-cs"/>
        </a:defRPr>
      </a:lvl5pPr>
      <a:lvl6pPr marL="8225942" algn="l" defTabSz="3290377" rtl="0" eaLnBrk="1" latinLnBrk="0" hangingPunct="1">
        <a:defRPr sz="6477" kern="1200">
          <a:solidFill>
            <a:schemeClr val="tx1"/>
          </a:solidFill>
          <a:latin typeface="+mn-lt"/>
          <a:ea typeface="+mn-ea"/>
          <a:cs typeface="+mn-cs"/>
        </a:defRPr>
      </a:lvl6pPr>
      <a:lvl7pPr marL="9871131" algn="l" defTabSz="3290377" rtl="0" eaLnBrk="1" latinLnBrk="0" hangingPunct="1">
        <a:defRPr sz="6477" kern="1200">
          <a:solidFill>
            <a:schemeClr val="tx1"/>
          </a:solidFill>
          <a:latin typeface="+mn-lt"/>
          <a:ea typeface="+mn-ea"/>
          <a:cs typeface="+mn-cs"/>
        </a:defRPr>
      </a:lvl7pPr>
      <a:lvl8pPr marL="11516319" algn="l" defTabSz="3290377" rtl="0" eaLnBrk="1" latinLnBrk="0" hangingPunct="1">
        <a:defRPr sz="6477" kern="1200">
          <a:solidFill>
            <a:schemeClr val="tx1"/>
          </a:solidFill>
          <a:latin typeface="+mn-lt"/>
          <a:ea typeface="+mn-ea"/>
          <a:cs typeface="+mn-cs"/>
        </a:defRPr>
      </a:lvl8pPr>
      <a:lvl9pPr marL="13161508" algn="l" defTabSz="3290377" rtl="0" eaLnBrk="1" latinLnBrk="0" hangingPunct="1">
        <a:defRPr sz="64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68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Rachel Hausman</dc:creator>
  <cp:lastModifiedBy>Rachel Hausman</cp:lastModifiedBy>
  <cp:revision>2</cp:revision>
  <dcterms:created xsi:type="dcterms:W3CDTF">2024-01-28T18:13:22Z</dcterms:created>
  <dcterms:modified xsi:type="dcterms:W3CDTF">2024-01-28T18:52:30Z</dcterms:modified>
</cp:coreProperties>
</file>